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D4FF00"/>
                </a:solidFill>
              </a:defRPr>
            </a:pPr>
            <a:r>
              <a:t>Nexus Finance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Intelligent Personal Finance for Zimbabwe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D4FF00"/>
                </a:solidFill>
              </a:defRPr>
            </a:pPr>
            <a:r>
              <a:t>🚀 Production-Grade AI Finance Platform for Zimbabwe &amp; Emerging Markets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D4FF00"/>
                </a:solidFill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🌍 Zimbabwe faces unique financial challenges: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• Hyperinflation makes budgeting difficult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• Multiple currencies create confusion (USD, ZWL, ZiG, ZAR)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• Limited financial literacy and tools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• Mobile money dominance (EcoCash) requires special support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• Lack of intelligent financial insights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→ People need better tools to manage money in emerging markets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D4FF00"/>
                </a:solidFill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✨ NexusFinance AI: An intelligent finance platform that: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• 💰 Manages multiple accounts (bank, mobile money, cash, savings)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• 🤖 Uses AI to automatically categorize transactions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• 📊 Provides intelligent spending insights &amp; forecasts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• 💵 Supports multi-currency with real-time exchange rates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• 🎯 Helps track financial goals and investments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• ⏰ Sends smart alerts for budgets and bills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• 🔒 Enterprise-grade security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→ Making personal finance management intelligent and accessible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D4FF00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F4E79"/>
                </a:solidFill>
              </a:defRPr>
            </a:pPr>
            <a:r>
              <a:t>Financial Management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Multi-Account Support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Smart Transaction Classification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Budget Tracking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Financial Goal Setting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Investment Tracking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Recurring Bill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F4E79"/>
                </a:solidFill>
              </a:defRPr>
            </a:pPr>
            <a:r>
              <a:t>AI &amp; Intelligence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Automatic Categorization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Spending Forecasting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Financial Health Scoring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Anomaly Detection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Pattern Recognition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Inflation Adjustments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D4FF00"/>
                </a:solidFill>
              </a:defRPr>
            </a:pPr>
            <a:r>
              <a:t>Platform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📈 What We've Built: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✅ 50+ API Endpoints for comprehensive functionality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✅ 15+ Professional UI Components &amp; Pages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✅ 12+ Database Tables with optimized schema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✅ 4+ Trained ML Models (classification, forecasting, detection)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✅ 2+ Years of Demo Transaction Data (64 test accounts)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✅ 600+ Transactions per account with realistic patterns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✅ 50+ Unit Tests (90%+ code coverage)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✅ Complete API Documentation (Swagger/OpenAPI)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D4FF00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F4E79"/>
                </a:solidFill>
              </a:defRPr>
            </a:pPr>
            <a:r>
              <a:t>Backend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FastAPI 0.104.1 (Python)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SQLAlchemy 2.0.44 (ORM)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scikit-learn 1.7.2 (ML)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pandas &amp; numpy (Data processing)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PostgreSQL-ready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F4E79"/>
                </a:solidFill>
              </a:defRPr>
            </a:pPr>
            <a:r>
              <a:t>Frontend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React 18.2 (UI Framework)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Vite 7.1.10 (Build tool)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Tailwind CSS (Styling)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React Router (Navigation)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Recharts (Visualizations)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Lucide Icons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D4FF00"/>
                </a:solidFill>
              </a:defRPr>
            </a:pPr>
            <a:r>
              <a:t>Try It Now - Demo Accounts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🔐 Login with any of these test accounts: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👤 david.chikwanha@gmail.com (Password: Demo123!) → 🏆 Full 2-year history, 600+ transactions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👤 john.mukweva@gmail.com (Password: Demo123!) → 3 accounts, 300+ transactions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👤 tanya.moyo@yahoo.com (Password: Demo123!) → Business owner profile, investments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👤 tendai.ncube@outlook.com (Password: Demo123!) → Young professional, education goals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👤 grace.sibanda@gmail.com (Password: Demo123!) → Family head, multiple dependents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Each account includes budgets, goals, investments, and recurring transactions!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D4FF00"/>
                </a:solidFill>
              </a:defRPr>
            </a:pPr>
            <a:r>
              <a:t>Dashboard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📊 Real-time Financial Overview: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✓ Account Balances - All accounts at a glance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✓ Recent Transactions - AI-categorized automatically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✓ Budget Status - Visual progress bars for all categories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✓ Financial Goals - Track progress toward objectives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✓ Investment Portfolio - Monitor returns and ROI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✓ Smart Insights - AI-generated recommendations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✓ Quick Actions - Add transactions, transfer funds, create goals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D4FF00"/>
                </a:solidFill>
              </a:defRPr>
            </a:pPr>
            <a:r>
              <a:t>Analytics &amp;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F4E79"/>
                </a:solidFill>
              </a:defRPr>
            </a:pPr>
            <a:r>
              <a:t>Visual Analytics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Spending Breakdown (Pie charts)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Trend Analysis (Line graphs)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Cash Flow Visualization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Category Insights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Month-over-Month Comparisons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F4E79"/>
                </a:solidFill>
              </a:defRPr>
            </a:pPr>
            <a:r>
              <a:t>AI Insights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Spending Forecasting (6-month ahead)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Financial Health Scoring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Budget Recommendations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Anomaly Detection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Savings Opportunities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D4FF00"/>
                </a:solidFill>
              </a:defRPr>
            </a:pPr>
            <a:r>
              <a:t>Zimbabwe-Specific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🌍 Built for Emerging Markets: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💵 Multi-Currency Support - USD, ZWL, ZiG, ZAR, and more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📊 Hyperinflation Handling - Inflation-adjusted forecasting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📱 Mobile Money Ready - EcoCash and OneMoney integration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🏦 Local Banking Support - Pre-configured for Zimbabwean banks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📈 Economic Indicators - ZSE tracking, inflation monitoring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🌐 Real-time Exchange Rates - Official and market rates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🎯 Zimbabwe-focused Analytics - Local context for insights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D4FF00"/>
                </a:solidFill>
              </a:defRPr>
            </a:pPr>
            <a:r>
              <a:t>Security &amp; Privacy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🔒 Enterprise-Grade Protection: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✅ JWT Authentication - Secure token-based login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✅ Password Hashing - bcrypt encryption (uncrackable)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✅ Data Encryption - All data encrypted in transit &amp; at rest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✅ SQL Injection Prevention - ORM-based query safety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✅ Input Validation - All inputs validated and sanitized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✅ Audit Logging - Complete activity tracking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✅ CORS Protection - Cross-origin request security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✅ Rate Limiting - DDoS protection built-in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D4FF00"/>
                </a:solidFill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🔄 Simple Flow: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1️⃣ User logs in securely → JWT token issued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2️⃣ Add transactions (bank, mobile money, cash)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3️⃣ AI automatically categorizes them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4️⃣ Dashboard updates in real-time with insights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5️⃣ Get alerts for budgets, bills, and goals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6️⃣ Analytics show spending trends and forecasts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D4FF00"/>
                </a:solidFill>
              </a:defRPr>
            </a:pPr>
            <a:r>
              <a:t>Quick Start - 5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🚀 Get up and running instantly: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1. Clone repository: git clone https://github.com/kingsley213/nexus-finance-ai.git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2. Backend: cd backend &amp;&amp; python -m venv venv &amp;&amp; pip install -r requirements.txt &amp;&amp; python run.py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3. Frontend (NEW terminal): cd frontend &amp;&amp; npm install &amp;&amp; npm run dev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4. Open browser: http://localhost:3001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5. Login with demo account above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✅ Done! You're in!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D4FF00"/>
                </a:solidFill>
              </a:defRPr>
            </a:pPr>
            <a:r>
              <a:t>Production Ready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F4E79"/>
                </a:solidFill>
              </a:defRPr>
            </a:pPr>
            <a:r>
              <a:t>Backend Hosting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AWS (EC2, RDS, Lambda)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Heroku (easy 1-click)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DigitalOcean (simple VPS)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Railway (modern platform)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Custom servers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F4E79"/>
                </a:solidFill>
              </a:defRPr>
            </a:pPr>
            <a:r>
              <a:t>Frontend Hosting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Vercel (optimized for React)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Netlify (simple deployment)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AWS S3 + CloudFront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Azure Static Web Apps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Custom servers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D4FF00"/>
                </a:solidFill>
              </a:defRPr>
            </a:pPr>
            <a:r>
              <a:t>Why NexusFinance?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💡 Competitive Advantages: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✨ Purpose-Built for Zimbabwe - Not a generic app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🤖 AI-Powered Intelligence - Automatic categorization &amp; forecasting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📱 Mobile-Money Ready - Full EcoCash support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💰 Multi-Currency Expert - Handles hyperinflation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🎨 Beautiful UI - Modern, intuitive interface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🔒 Enterprise Security - Bank-level protection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⚡ Production Ready - Not a prototype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📚 Well Documented - Complete API &amp; user guides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D4FF00"/>
                </a:solidFill>
              </a:defRPr>
            </a:pPr>
            <a:r>
              <a:t>Who Benefits?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F4E79"/>
                </a:solidFill>
              </a:defRPr>
            </a:pPr>
            <a:r>
              <a:t>Individual Users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Budget better &amp; save more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Understand spending habits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Plan financial goals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Track investments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Manage multiple accounts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F4E79"/>
                </a:solidFill>
              </a:defRPr>
            </a:pPr>
            <a:r>
              <a:t>Business Owners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Separate personal &amp; business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Tax planning &amp; tracking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Business analytics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Multi-currency transactions</a:t>
            </a:r>
          </a:p>
          <a:p>
            <a:pPr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• Employee expense tracking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D4FF00"/>
                </a:solidFill>
              </a:defRPr>
            </a:pPr>
            <a:r>
              <a:t>Financial Health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📊 AI-Calculated Health Metric: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The platform calculates a comprehensive Financial Health Score based 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• Income stability and trends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• Expense patterns and anomalies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• Savings rate and goals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• Investment diversification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• Budget adherence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• Debt-to-income ratio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→ Personalized recommendations to improve financial wellness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D4FF00"/>
                </a:solidFill>
              </a:defRPr>
            </a:pPr>
            <a:r>
              <a:t>Roadmap &amp;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🗓️ Development Pipeline: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✅ V1.0 Complete - Core features, AI, analytics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🚧 V1.1 (In Progress) - Bank API integration, mobile app (React Native)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📅 V2.0 (Planned) - Family accounts, bill splitting, AI financial advisor, tax optimization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💡 Future - Cryptocurrency support, investment recommendations, credit scoring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D4FF00"/>
                </a:solidFill>
              </a:defRPr>
            </a:pPr>
            <a:r>
              <a:t>Impact &amp;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📈 Current Capacity: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• 64 Test Accounts with realistic data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• 1,500+ Demo transactions to explore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• 50+ Different expense categories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• 500+ Financial goals across accounts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• 200+ Investment entries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• 2+ years of historical data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→ Real-world test data for comprehensive evaluation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D4FF00"/>
                </a:solidFill>
              </a:defRPr>
            </a:pPr>
            <a:r>
              <a:t>Monetization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💰 Revenue Streams: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🆓 Free Tier - Basic features for personal use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💳 Premium ($9.99/month) - Advanced analytics, unlimited goals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👥 Professional ($29.99/month) - Team features, API access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🏢 Enterprise (Custom) - Full white-label, custom integrations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🤝 Partnerships - Bank integrations, fintech collaborations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D4FF00"/>
                </a:solidFill>
              </a:defRPr>
            </a:pPr>
            <a:r>
              <a:t>What's Next?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🎯 Next Steps: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1. 📥 Download &amp; Run - Get the code on GitHub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2. 🧪 Try the Demo - Login and explore with test accounts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3. 📊 Review Analytics - Check out AI insights and forecasting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4. 🔧 Explore Code - Well-documented, easy to understand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5. 💬 Give Feedback - Feature requests &amp; improvements welcome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D4FF00"/>
                </a:solidFill>
              </a:defRPr>
            </a:pPr>
            <a:r>
              <a:t>Contact &amp;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📞 Get In Touch: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🌐 GitHub: https://github.com/kingsley213/nexus-finance-ai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📧 Email: support@nexusfinance.ai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📚 Docs: https://github.com/kingsley213/nexus-finance-ai/wiki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💬 Issues: GitHub Issues for bug reports &amp; feature requests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05050"/>
                </a:solidFill>
              </a:defRPr>
            </a:pPr>
            <a:r>
              <a:t>👨‍💻 Developer: Available for consulting &amp; custom development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D4FF00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D4FF00"/>
                </a:solidFill>
              </a:defRPr>
            </a:pPr>
            <a:r>
              <a:t>🚀 Production-Grade AI Finance Platform for Zimbabwe &amp; Emerging Markets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